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5"/>
  </p:notesMasterIdLst>
  <p:sldIdLst>
    <p:sldId id="256" r:id="rId2"/>
    <p:sldId id="257" r:id="rId3"/>
    <p:sldId id="312" r:id="rId4"/>
    <p:sldId id="315" r:id="rId5"/>
    <p:sldId id="258" r:id="rId6"/>
    <p:sldId id="314" r:id="rId7"/>
    <p:sldId id="259" r:id="rId8"/>
    <p:sldId id="305" r:id="rId9"/>
    <p:sldId id="261" r:id="rId10"/>
    <p:sldId id="310" r:id="rId11"/>
    <p:sldId id="313" r:id="rId12"/>
    <p:sldId id="306" r:id="rId13"/>
    <p:sldId id="311" r:id="rId14"/>
  </p:sldIdLst>
  <p:sldSz cx="9144000" cy="5143500" type="screen16x9"/>
  <p:notesSz cx="6858000" cy="9144000"/>
  <p:embeddedFontLst>
    <p:embeddedFont>
      <p:font typeface="Figtree Black" panose="020B0604020202020204" charset="0"/>
      <p:bold r:id="rId16"/>
      <p:boldItalic r:id="rId17"/>
    </p:embeddedFont>
    <p:embeddedFont>
      <p:font typeface="Hanken Grotesk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6ECE2DB-D436-49BE-9FF7-1B068500BEBB}">
  <a:tblStyle styleId="{E6ECE2DB-D436-49BE-9FF7-1B068500BEB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278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768ca7ef44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768ca7ef44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133f6155f6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>
          <a:extLst>
            <a:ext uri="{FF2B5EF4-FFF2-40B4-BE49-F238E27FC236}">
              <a16:creationId xmlns:a16="http://schemas.microsoft.com/office/drawing/2014/main" id="{C69F7BA1-B36C-8D77-5F0D-F0B2CFF02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>
            <a:extLst>
              <a:ext uri="{FF2B5EF4-FFF2-40B4-BE49-F238E27FC236}">
                <a16:creationId xmlns:a16="http://schemas.microsoft.com/office/drawing/2014/main" id="{A0AC76A3-6A28-2A19-3866-355F9F6704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133f6155f6d_0_3:notes">
            <a:extLst>
              <a:ext uri="{FF2B5EF4-FFF2-40B4-BE49-F238E27FC236}">
                <a16:creationId xmlns:a16="http://schemas.microsoft.com/office/drawing/2014/main" id="{6BC29F3C-FF75-323E-3791-6462B84A3E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40808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>
          <a:extLst>
            <a:ext uri="{FF2B5EF4-FFF2-40B4-BE49-F238E27FC236}">
              <a16:creationId xmlns:a16="http://schemas.microsoft.com/office/drawing/2014/main" id="{28D5CB63-FFEB-9A97-5153-356521E52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>
            <a:extLst>
              <a:ext uri="{FF2B5EF4-FFF2-40B4-BE49-F238E27FC236}">
                <a16:creationId xmlns:a16="http://schemas.microsoft.com/office/drawing/2014/main" id="{AAE4C531-36E8-0D90-2DB8-E4C1695E88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133f6155f6d_0_3:notes">
            <a:extLst>
              <a:ext uri="{FF2B5EF4-FFF2-40B4-BE49-F238E27FC236}">
                <a16:creationId xmlns:a16="http://schemas.microsoft.com/office/drawing/2014/main" id="{6B3D2970-7DE2-0A59-DAF3-1A8403581A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95083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2768bdccc6f_2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2768bdccc6f_2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>
          <a:extLst>
            <a:ext uri="{FF2B5EF4-FFF2-40B4-BE49-F238E27FC236}">
              <a16:creationId xmlns:a16="http://schemas.microsoft.com/office/drawing/2014/main" id="{9FA33861-48DA-A269-3A7C-738C6BFB4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>
            <a:extLst>
              <a:ext uri="{FF2B5EF4-FFF2-40B4-BE49-F238E27FC236}">
                <a16:creationId xmlns:a16="http://schemas.microsoft.com/office/drawing/2014/main" id="{08A6F13E-B736-DBF6-6633-99251890B6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133f6155f6d_0_3:notes">
            <a:extLst>
              <a:ext uri="{FF2B5EF4-FFF2-40B4-BE49-F238E27FC236}">
                <a16:creationId xmlns:a16="http://schemas.microsoft.com/office/drawing/2014/main" id="{F07F4A3D-BF1A-B9E6-EF0F-3C8E118C3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5712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161ca7da69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ed9256fe6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ed9256fe6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>
          <a:extLst>
            <a:ext uri="{FF2B5EF4-FFF2-40B4-BE49-F238E27FC236}">
              <a16:creationId xmlns:a16="http://schemas.microsoft.com/office/drawing/2014/main" id="{BABE5927-8214-1915-D2AF-3B36A479C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2768bdccc6f_2_140:notes">
            <a:extLst>
              <a:ext uri="{FF2B5EF4-FFF2-40B4-BE49-F238E27FC236}">
                <a16:creationId xmlns:a16="http://schemas.microsoft.com/office/drawing/2014/main" id="{F684FA58-A2A1-90A7-6435-F152B3EAE6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2768bdccc6f_2_140:notes">
            <a:extLst>
              <a:ext uri="{FF2B5EF4-FFF2-40B4-BE49-F238E27FC236}">
                <a16:creationId xmlns:a16="http://schemas.microsoft.com/office/drawing/2014/main" id="{B4F14DE3-3A06-7535-222E-49C3DA67CA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2032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7346075" y="130450"/>
            <a:ext cx="4889100" cy="48891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" name="Google Shape;10;p2"/>
          <p:cNvGrpSpPr/>
          <p:nvPr/>
        </p:nvGrpSpPr>
        <p:grpSpPr>
          <a:xfrm>
            <a:off x="727425" y="-49275"/>
            <a:ext cx="7703400" cy="5243325"/>
            <a:chOff x="727425" y="-49275"/>
            <a:chExt cx="7703400" cy="5243325"/>
          </a:xfrm>
        </p:grpSpPr>
        <p:sp>
          <p:nvSpPr>
            <p:cNvPr id="11" name="Google Shape;11;p2"/>
            <p:cNvSpPr/>
            <p:nvPr/>
          </p:nvSpPr>
          <p:spPr>
            <a:xfrm>
              <a:off x="727425" y="533550"/>
              <a:ext cx="7703400" cy="40749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2" name="Google Shape;12;p2"/>
            <p:cNvCxnSpPr/>
            <p:nvPr/>
          </p:nvCxnSpPr>
          <p:spPr>
            <a:xfrm rot="10800000">
              <a:off x="727425" y="-49275"/>
              <a:ext cx="0" cy="58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" name="Google Shape;13;p2"/>
            <p:cNvCxnSpPr/>
            <p:nvPr/>
          </p:nvCxnSpPr>
          <p:spPr>
            <a:xfrm rot="10800000">
              <a:off x="8430775" y="4608450"/>
              <a:ext cx="0" cy="58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087125" y="1670213"/>
            <a:ext cx="5897400" cy="13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087125" y="2997488"/>
            <a:ext cx="58974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/>
          <p:nvPr/>
        </p:nvSpPr>
        <p:spPr>
          <a:xfrm>
            <a:off x="6433725" y="0"/>
            <a:ext cx="5143500" cy="5143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" name="Google Shape;18;p3"/>
          <p:cNvGrpSpPr/>
          <p:nvPr/>
        </p:nvGrpSpPr>
        <p:grpSpPr>
          <a:xfrm>
            <a:off x="713225" y="-62550"/>
            <a:ext cx="7717800" cy="5210100"/>
            <a:chOff x="713225" y="-62550"/>
            <a:chExt cx="7717800" cy="5210100"/>
          </a:xfrm>
        </p:grpSpPr>
        <p:sp>
          <p:nvSpPr>
            <p:cNvPr id="19" name="Google Shape;19;p3"/>
            <p:cNvSpPr/>
            <p:nvPr/>
          </p:nvSpPr>
          <p:spPr>
            <a:xfrm>
              <a:off x="713225" y="533550"/>
              <a:ext cx="7717800" cy="40749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0" name="Google Shape;20;p3"/>
            <p:cNvCxnSpPr/>
            <p:nvPr/>
          </p:nvCxnSpPr>
          <p:spPr>
            <a:xfrm rot="10800000">
              <a:off x="713225" y="-62550"/>
              <a:ext cx="0" cy="5961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" name="Google Shape;21;p3"/>
            <p:cNvCxnSpPr/>
            <p:nvPr/>
          </p:nvCxnSpPr>
          <p:spPr>
            <a:xfrm>
              <a:off x="8430775" y="4608450"/>
              <a:ext cx="0" cy="5391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1216475" y="1977150"/>
            <a:ext cx="5067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533550"/>
            <a:ext cx="824400" cy="7050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33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1216475" y="2730750"/>
            <a:ext cx="5067600" cy="43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"/>
          <p:cNvSpPr/>
          <p:nvPr/>
        </p:nvSpPr>
        <p:spPr>
          <a:xfrm>
            <a:off x="8240650" y="420432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" name="Google Shape;46;p6"/>
          <p:cNvGrpSpPr/>
          <p:nvPr/>
        </p:nvGrpSpPr>
        <p:grpSpPr>
          <a:xfrm>
            <a:off x="232200" y="-49400"/>
            <a:ext cx="8679000" cy="5250800"/>
            <a:chOff x="232200" y="-49400"/>
            <a:chExt cx="8679000" cy="5250800"/>
          </a:xfrm>
        </p:grpSpPr>
        <p:grpSp>
          <p:nvGrpSpPr>
            <p:cNvPr id="47" name="Google Shape;47;p6"/>
            <p:cNvGrpSpPr/>
            <p:nvPr/>
          </p:nvGrpSpPr>
          <p:grpSpPr>
            <a:xfrm>
              <a:off x="232200" y="-49400"/>
              <a:ext cx="8679000" cy="5250800"/>
              <a:chOff x="232200" y="-49400"/>
              <a:chExt cx="8679000" cy="5250800"/>
            </a:xfrm>
          </p:grpSpPr>
          <p:sp>
            <p:nvSpPr>
              <p:cNvPr id="48" name="Google Shape;48;p6"/>
              <p:cNvSpPr/>
              <p:nvPr/>
            </p:nvSpPr>
            <p:spPr>
              <a:xfrm>
                <a:off x="232200" y="232800"/>
                <a:ext cx="8679000" cy="4684500"/>
              </a:xfrm>
              <a:prstGeom prst="rect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9" name="Google Shape;49;p6"/>
              <p:cNvCxnSpPr/>
              <p:nvPr/>
            </p:nvCxnSpPr>
            <p:spPr>
              <a:xfrm rot="10800000">
                <a:off x="8911200" y="-49400"/>
                <a:ext cx="0" cy="284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0" name="Google Shape;50;p6"/>
              <p:cNvCxnSpPr/>
              <p:nvPr/>
            </p:nvCxnSpPr>
            <p:spPr>
              <a:xfrm rot="10800000">
                <a:off x="232200" y="4917300"/>
                <a:ext cx="0" cy="284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51" name="Google Shape;51;p6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9"/>
          <p:cNvSpPr/>
          <p:nvPr/>
        </p:nvSpPr>
        <p:spPr>
          <a:xfrm>
            <a:off x="-2613450" y="-126025"/>
            <a:ext cx="5402100" cy="54021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0" name="Google Shape;70;p9"/>
          <p:cNvGrpSpPr/>
          <p:nvPr/>
        </p:nvGrpSpPr>
        <p:grpSpPr>
          <a:xfrm>
            <a:off x="727425" y="-49275"/>
            <a:ext cx="7703400" cy="5243325"/>
            <a:chOff x="727425" y="-49275"/>
            <a:chExt cx="7703400" cy="5243325"/>
          </a:xfrm>
        </p:grpSpPr>
        <p:sp>
          <p:nvSpPr>
            <p:cNvPr id="71" name="Google Shape;71;p9"/>
            <p:cNvSpPr/>
            <p:nvPr/>
          </p:nvSpPr>
          <p:spPr>
            <a:xfrm>
              <a:off x="727425" y="533550"/>
              <a:ext cx="7703400" cy="40749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" name="Google Shape;72;p9"/>
            <p:cNvCxnSpPr/>
            <p:nvPr/>
          </p:nvCxnSpPr>
          <p:spPr>
            <a:xfrm rot="10800000">
              <a:off x="727425" y="-49275"/>
              <a:ext cx="0" cy="58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" name="Google Shape;73;p9"/>
            <p:cNvCxnSpPr/>
            <p:nvPr/>
          </p:nvCxnSpPr>
          <p:spPr>
            <a:xfrm rot="10800000">
              <a:off x="8430775" y="4608450"/>
              <a:ext cx="0" cy="5856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4" name="Google Shape;74;p9"/>
          <p:cNvSpPr txBox="1">
            <a:spLocks noGrp="1"/>
          </p:cNvSpPr>
          <p:nvPr>
            <p:ph type="title"/>
          </p:nvPr>
        </p:nvSpPr>
        <p:spPr>
          <a:xfrm>
            <a:off x="3496850" y="1021763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subTitle" idx="1"/>
          </p:nvPr>
        </p:nvSpPr>
        <p:spPr>
          <a:xfrm>
            <a:off x="3496850" y="3117038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-941925" y="420432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0" name="Google Shape;90;p13"/>
          <p:cNvGrpSpPr/>
          <p:nvPr/>
        </p:nvGrpSpPr>
        <p:grpSpPr>
          <a:xfrm>
            <a:off x="-19050" y="232800"/>
            <a:ext cx="9189150" cy="4684500"/>
            <a:chOff x="-19050" y="232800"/>
            <a:chExt cx="9189150" cy="4684500"/>
          </a:xfrm>
        </p:grpSpPr>
        <p:sp>
          <p:nvSpPr>
            <p:cNvPr id="91" name="Google Shape;91;p13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2" name="Google Shape;92;p13"/>
            <p:cNvCxnSpPr/>
            <p:nvPr/>
          </p:nvCxnSpPr>
          <p:spPr>
            <a:xfrm rot="10800000">
              <a:off x="-19050" y="232800"/>
              <a:ext cx="2589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3" name="Google Shape;93;p13"/>
            <p:cNvCxnSpPr/>
            <p:nvPr/>
          </p:nvCxnSpPr>
          <p:spPr>
            <a:xfrm rot="10800000">
              <a:off x="8911200" y="4917300"/>
              <a:ext cx="2589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4" name="Google Shape;94;p13"/>
          <p:cNvSpPr txBox="1">
            <a:spLocks noGrp="1"/>
          </p:cNvSpPr>
          <p:nvPr>
            <p:ph type="title"/>
          </p:nvPr>
        </p:nvSpPr>
        <p:spPr>
          <a:xfrm>
            <a:off x="6632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subTitle" idx="1"/>
          </p:nvPr>
        </p:nvSpPr>
        <p:spPr>
          <a:xfrm>
            <a:off x="788675" y="21058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2"/>
          </p:nvPr>
        </p:nvSpPr>
        <p:spPr>
          <a:xfrm>
            <a:off x="788675" y="3772552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3"/>
          </p:nvPr>
        </p:nvSpPr>
        <p:spPr>
          <a:xfrm>
            <a:off x="3418500" y="3772552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4"/>
          </p:nvPr>
        </p:nvSpPr>
        <p:spPr>
          <a:xfrm>
            <a:off x="3418500" y="21058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title" idx="5" hasCustomPrompt="1"/>
          </p:nvPr>
        </p:nvSpPr>
        <p:spPr>
          <a:xfrm>
            <a:off x="919575" y="1319650"/>
            <a:ext cx="365700" cy="3657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11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6" hasCustomPrompt="1"/>
          </p:nvPr>
        </p:nvSpPr>
        <p:spPr>
          <a:xfrm>
            <a:off x="3509050" y="2977575"/>
            <a:ext cx="365700" cy="3657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11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7" hasCustomPrompt="1"/>
          </p:nvPr>
        </p:nvSpPr>
        <p:spPr>
          <a:xfrm>
            <a:off x="919575" y="2977575"/>
            <a:ext cx="365700" cy="3657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11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8" hasCustomPrompt="1"/>
          </p:nvPr>
        </p:nvSpPr>
        <p:spPr>
          <a:xfrm>
            <a:off x="3528275" y="1319650"/>
            <a:ext cx="365700" cy="3657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11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9"/>
          </p:nvPr>
        </p:nvSpPr>
        <p:spPr>
          <a:xfrm>
            <a:off x="6048325" y="3772552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3"/>
          <p:cNvSpPr txBox="1">
            <a:spLocks noGrp="1"/>
          </p:cNvSpPr>
          <p:nvPr>
            <p:ph type="subTitle" idx="13"/>
          </p:nvPr>
        </p:nvSpPr>
        <p:spPr>
          <a:xfrm>
            <a:off x="6048325" y="21058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3"/>
          <p:cNvSpPr txBox="1">
            <a:spLocks noGrp="1"/>
          </p:cNvSpPr>
          <p:nvPr>
            <p:ph type="title" idx="14" hasCustomPrompt="1"/>
          </p:nvPr>
        </p:nvSpPr>
        <p:spPr>
          <a:xfrm>
            <a:off x="6136975" y="2977575"/>
            <a:ext cx="365700" cy="3657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11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6" name="Google Shape;106;p13"/>
          <p:cNvSpPr txBox="1">
            <a:spLocks noGrp="1"/>
          </p:cNvSpPr>
          <p:nvPr>
            <p:ph type="title" idx="15" hasCustomPrompt="1"/>
          </p:nvPr>
        </p:nvSpPr>
        <p:spPr>
          <a:xfrm>
            <a:off x="6136975" y="1319650"/>
            <a:ext cx="365700" cy="3657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11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6"/>
          </p:nvPr>
        </p:nvSpPr>
        <p:spPr>
          <a:xfrm>
            <a:off x="788675" y="1848775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800"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subTitle" idx="17"/>
          </p:nvPr>
        </p:nvSpPr>
        <p:spPr>
          <a:xfrm>
            <a:off x="788675" y="3503023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800"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endParaRPr/>
          </a:p>
        </p:txBody>
      </p:sp>
      <p:sp>
        <p:nvSpPr>
          <p:cNvPr id="109" name="Google Shape;109;p13"/>
          <p:cNvSpPr txBox="1">
            <a:spLocks noGrp="1"/>
          </p:cNvSpPr>
          <p:nvPr>
            <p:ph type="subTitle" idx="18"/>
          </p:nvPr>
        </p:nvSpPr>
        <p:spPr>
          <a:xfrm>
            <a:off x="3418500" y="3503023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800"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endParaRPr/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9"/>
          </p:nvPr>
        </p:nvSpPr>
        <p:spPr>
          <a:xfrm>
            <a:off x="3418500" y="1848775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800"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20"/>
          </p:nvPr>
        </p:nvSpPr>
        <p:spPr>
          <a:xfrm>
            <a:off x="6048325" y="3503023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800"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21"/>
          </p:nvPr>
        </p:nvSpPr>
        <p:spPr>
          <a:xfrm>
            <a:off x="6048325" y="1848775"/>
            <a:ext cx="2305500" cy="38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1800"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Figtree Black"/>
              <a:buNone/>
              <a:defRPr sz="2400"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4"/>
          <p:cNvSpPr/>
          <p:nvPr/>
        </p:nvSpPr>
        <p:spPr>
          <a:xfrm>
            <a:off x="-2125550" y="3018625"/>
            <a:ext cx="4243200" cy="42432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5" name="Google Shape;115;p14"/>
          <p:cNvGrpSpPr/>
          <p:nvPr/>
        </p:nvGrpSpPr>
        <p:grpSpPr>
          <a:xfrm>
            <a:off x="727425" y="-29250"/>
            <a:ext cx="8550550" cy="4637825"/>
            <a:chOff x="727425" y="-29250"/>
            <a:chExt cx="8550550" cy="4637825"/>
          </a:xfrm>
        </p:grpSpPr>
        <p:sp>
          <p:nvSpPr>
            <p:cNvPr id="116" name="Google Shape;116;p14"/>
            <p:cNvSpPr/>
            <p:nvPr/>
          </p:nvSpPr>
          <p:spPr>
            <a:xfrm>
              <a:off x="727425" y="533550"/>
              <a:ext cx="7703400" cy="40749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7" name="Google Shape;117;p14"/>
            <p:cNvCxnSpPr/>
            <p:nvPr/>
          </p:nvCxnSpPr>
          <p:spPr>
            <a:xfrm rot="10800000">
              <a:off x="727425" y="-29250"/>
              <a:ext cx="0" cy="5628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8" name="Google Shape;118;p14"/>
            <p:cNvCxnSpPr/>
            <p:nvPr/>
          </p:nvCxnSpPr>
          <p:spPr>
            <a:xfrm>
              <a:off x="8430775" y="4608575"/>
              <a:ext cx="8472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9" name="Google Shape;119;p14"/>
          <p:cNvSpPr txBox="1">
            <a:spLocks noGrp="1"/>
          </p:cNvSpPr>
          <p:nvPr>
            <p:ph type="title"/>
          </p:nvPr>
        </p:nvSpPr>
        <p:spPr>
          <a:xfrm>
            <a:off x="2212125" y="2464650"/>
            <a:ext cx="59139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20" name="Google Shape;120;p14"/>
          <p:cNvSpPr txBox="1">
            <a:spLocks noGrp="1"/>
          </p:cNvSpPr>
          <p:nvPr>
            <p:ph type="subTitle" idx="1"/>
          </p:nvPr>
        </p:nvSpPr>
        <p:spPr>
          <a:xfrm>
            <a:off x="2212125" y="838350"/>
            <a:ext cx="5913900" cy="162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500"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8"/>
          <p:cNvSpPr/>
          <p:nvPr/>
        </p:nvSpPr>
        <p:spPr>
          <a:xfrm>
            <a:off x="8240650" y="420432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8" name="Google Shape;268;p28"/>
          <p:cNvGrpSpPr/>
          <p:nvPr/>
        </p:nvGrpSpPr>
        <p:grpSpPr>
          <a:xfrm>
            <a:off x="232200" y="-49400"/>
            <a:ext cx="8679000" cy="5250800"/>
            <a:chOff x="232200" y="-49400"/>
            <a:chExt cx="8679000" cy="5250800"/>
          </a:xfrm>
        </p:grpSpPr>
        <p:sp>
          <p:nvSpPr>
            <p:cNvPr id="269" name="Google Shape;269;p28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0" name="Google Shape;270;p28"/>
            <p:cNvGrpSpPr/>
            <p:nvPr/>
          </p:nvGrpSpPr>
          <p:grpSpPr>
            <a:xfrm>
              <a:off x="232200" y="-49400"/>
              <a:ext cx="8679000" cy="5250800"/>
              <a:chOff x="232200" y="-49400"/>
              <a:chExt cx="8679000" cy="5250800"/>
            </a:xfrm>
          </p:grpSpPr>
          <p:cxnSp>
            <p:nvCxnSpPr>
              <p:cNvPr id="271" name="Google Shape;271;p28"/>
              <p:cNvCxnSpPr/>
              <p:nvPr/>
            </p:nvCxnSpPr>
            <p:spPr>
              <a:xfrm rot="10800000">
                <a:off x="232200" y="-49400"/>
                <a:ext cx="0" cy="284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2" name="Google Shape;272;p28"/>
              <p:cNvCxnSpPr/>
              <p:nvPr/>
            </p:nvCxnSpPr>
            <p:spPr>
              <a:xfrm rot="10800000">
                <a:off x="8911200" y="4917300"/>
                <a:ext cx="0" cy="2841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9"/>
          <p:cNvSpPr/>
          <p:nvPr/>
        </p:nvSpPr>
        <p:spPr>
          <a:xfrm>
            <a:off x="8141975" y="-886575"/>
            <a:ext cx="1861500" cy="18615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5" name="Google Shape;275;p29"/>
          <p:cNvGrpSpPr/>
          <p:nvPr/>
        </p:nvGrpSpPr>
        <p:grpSpPr>
          <a:xfrm>
            <a:off x="232200" y="232800"/>
            <a:ext cx="9045000" cy="4975500"/>
            <a:chOff x="232200" y="232800"/>
            <a:chExt cx="9045000" cy="4975500"/>
          </a:xfrm>
        </p:grpSpPr>
        <p:sp>
          <p:nvSpPr>
            <p:cNvPr id="276" name="Google Shape;276;p29"/>
            <p:cNvSpPr/>
            <p:nvPr/>
          </p:nvSpPr>
          <p:spPr>
            <a:xfrm>
              <a:off x="232200" y="232800"/>
              <a:ext cx="8679000" cy="468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277" name="Google Shape;277;p29"/>
            <p:cNvCxnSpPr/>
            <p:nvPr/>
          </p:nvCxnSpPr>
          <p:spPr>
            <a:xfrm>
              <a:off x="8911200" y="232800"/>
              <a:ext cx="3660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8" name="Google Shape;278;p29"/>
            <p:cNvCxnSpPr/>
            <p:nvPr/>
          </p:nvCxnSpPr>
          <p:spPr>
            <a:xfrm>
              <a:off x="232200" y="4917300"/>
              <a:ext cx="1200" cy="2910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gtree Black"/>
              <a:buNone/>
              <a:defRPr sz="28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Figtree Black"/>
              <a:buNone/>
              <a:defRPr sz="3000">
                <a:solidFill>
                  <a:schemeClr val="dk1"/>
                </a:solidFill>
                <a:latin typeface="Figtree Black"/>
                <a:ea typeface="Figtree Black"/>
                <a:cs typeface="Figtree Black"/>
                <a:sym typeface="Figtree Blac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●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○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anken Grotesk"/>
              <a:buChar char="■"/>
              <a:defRPr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5" r:id="rId4"/>
    <p:sldLayoutId id="2147483658" r:id="rId5"/>
    <p:sldLayoutId id="2147483659" r:id="rId6"/>
    <p:sldLayoutId id="2147483660" r:id="rId7"/>
    <p:sldLayoutId id="2147483674" r:id="rId8"/>
    <p:sldLayoutId id="2147483675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3"/>
          <p:cNvSpPr txBox="1">
            <a:spLocks noGrp="1"/>
          </p:cNvSpPr>
          <p:nvPr>
            <p:ph type="ctrTitle"/>
          </p:nvPr>
        </p:nvSpPr>
        <p:spPr>
          <a:xfrm>
            <a:off x="1235072" y="1364194"/>
            <a:ext cx="6593156" cy="184443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ctr"/>
            <a:r>
              <a:rPr lang="vi-VN" sz="2800" b="1" dirty="0">
                <a:latin typeface="+mj-lt"/>
              </a:rPr>
              <a:t>THIẾT KẾ VÀ CÀI ĐẶT CSDL NOSQL </a:t>
            </a:r>
            <a:r>
              <a:rPr lang="vi-VN" sz="2800" dirty="0">
                <a:latin typeface="+mj-lt"/>
              </a:rPr>
              <a:t>CHO HỆ THỐNG</a:t>
            </a:r>
            <a:r>
              <a:rPr lang="en-US" sz="2800" dirty="0">
                <a:latin typeface="+mj-lt"/>
              </a:rPr>
              <a:t> </a:t>
            </a:r>
            <a:r>
              <a:rPr lang="vi-VN" sz="2800" dirty="0">
                <a:latin typeface="+mj-lt"/>
              </a:rPr>
              <a:t>QUẢN LÝ</a:t>
            </a:r>
            <a:r>
              <a:rPr lang="en-US" sz="2800" dirty="0">
                <a:latin typeface="+mj-lt"/>
              </a:rPr>
              <a:t> </a:t>
            </a:r>
            <a:r>
              <a:rPr lang="vi-VN" sz="2800" dirty="0">
                <a:latin typeface="+mj-lt"/>
              </a:rPr>
              <a:t>NỘI DUNG ĐA PHƯƠNG TIỆN </a:t>
            </a:r>
            <a:r>
              <a:rPr lang="en-US" sz="2800" dirty="0">
                <a:latin typeface="+mj-lt"/>
              </a:rPr>
              <a:t>TRANG </a:t>
            </a:r>
            <a:r>
              <a:rPr lang="vi-VN" sz="2800" dirty="0">
                <a:latin typeface="+mj-lt"/>
              </a:rPr>
              <a:t>TIN TỨC</a:t>
            </a:r>
            <a:r>
              <a:rPr lang="en-US" sz="2800" dirty="0">
                <a:latin typeface="+mj-lt"/>
              </a:rPr>
              <a:t>/BLOG</a:t>
            </a:r>
            <a:endParaRPr sz="2800" dirty="0">
              <a:latin typeface="+mj-lt"/>
            </a:endParaRPr>
          </a:p>
        </p:txBody>
      </p:sp>
      <p:sp>
        <p:nvSpPr>
          <p:cNvPr id="290" name="Google Shape;290;p33"/>
          <p:cNvSpPr txBox="1">
            <a:spLocks noGrp="1"/>
          </p:cNvSpPr>
          <p:nvPr>
            <p:ph type="subTitle" idx="1"/>
          </p:nvPr>
        </p:nvSpPr>
        <p:spPr>
          <a:xfrm>
            <a:off x="4140153" y="3779306"/>
            <a:ext cx="3688075" cy="605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Sinh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: Nguyễn Duy Tân</a:t>
            </a:r>
          </a:p>
          <a:p>
            <a:pPr marL="0" lvl="0" indent="0"/>
            <a:r>
              <a:rPr lang="vi-VN" dirty="0"/>
              <a:t>Giảng viên hướng dẫn:</a:t>
            </a:r>
            <a:r>
              <a:rPr lang="en-US" dirty="0"/>
              <a:t> Phan Thị Phương Nam</a:t>
            </a:r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1/ Lý do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B35A75E-9C8B-85AA-6077-D3CBF3DCD0F1}"/>
              </a:ext>
            </a:extLst>
          </p:cNvPr>
          <p:cNvSpPr/>
          <p:nvPr/>
        </p:nvSpPr>
        <p:spPr>
          <a:xfrm>
            <a:off x="5850845" y="1168174"/>
            <a:ext cx="2790092" cy="3038648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275BB62-C23D-8076-1C74-BF1F44027F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283" y="1168174"/>
            <a:ext cx="4948475" cy="2806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trang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tức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/Blog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phương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tiện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viết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MongoDB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viết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kèm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giả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media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>
          <a:extLst>
            <a:ext uri="{FF2B5EF4-FFF2-40B4-BE49-F238E27FC236}">
              <a16:creationId xmlns:a16="http://schemas.microsoft.com/office/drawing/2014/main" id="{67AF004F-EFC6-31F2-86DA-4F38DF354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4">
            <a:extLst>
              <a:ext uri="{FF2B5EF4-FFF2-40B4-BE49-F238E27FC236}">
                <a16:creationId xmlns:a16="http://schemas.microsoft.com/office/drawing/2014/main" id="{CBAAB13D-1427-A974-D42B-780864AD3D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213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2/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9E6A4F-E35E-44BC-1F54-B150B06876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7151" y="1168256"/>
            <a:ext cx="4769649" cy="28069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+mj-lt"/>
              </a:rPr>
              <a:t>- </a:t>
            </a:r>
            <a:r>
              <a:rPr lang="vi-VN" sz="2000" dirty="0">
                <a:latin typeface="+mj-lt"/>
              </a:rPr>
              <a:t>Thiết kế cơ sở dữ liệu NoSQL cho hệ thống quản lý nội dung đa phương tiện trên trang tin tức/Blog.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+mj-lt"/>
              </a:rPr>
              <a:t>- </a:t>
            </a:r>
            <a:r>
              <a:rPr lang="vi-VN" sz="2000" dirty="0">
                <a:latin typeface="+mj-lt"/>
              </a:rPr>
              <a:t>Áp dụng MongoDB với phương pháp nhúng 1–1 và 1–N để lưu trữ và truy vấn dữ liệu bài viết hiệu quả.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DEE475-8EE6-F68A-1021-E561C7826750}"/>
              </a:ext>
            </a:extLst>
          </p:cNvPr>
          <p:cNvSpPr/>
          <p:nvPr/>
        </p:nvSpPr>
        <p:spPr>
          <a:xfrm>
            <a:off x="586154" y="1295023"/>
            <a:ext cx="2977661" cy="306363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51667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>
          <a:extLst>
            <a:ext uri="{FF2B5EF4-FFF2-40B4-BE49-F238E27FC236}">
              <a16:creationId xmlns:a16="http://schemas.microsoft.com/office/drawing/2014/main" id="{3B6B5C09-B0DF-32AF-B965-34EE7374A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4">
            <a:extLst>
              <a:ext uri="{FF2B5EF4-FFF2-40B4-BE49-F238E27FC236}">
                <a16:creationId xmlns:a16="http://schemas.microsoft.com/office/drawing/2014/main" id="{C80F4C32-8855-F9DE-A86A-FD4819B1BB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8432" y="43721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3/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Tổng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NoSQL &amp; MongoDB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FB34004-2408-8EDB-05BE-46D05C09E9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00" y="1562746"/>
            <a:ext cx="385200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MongoDB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dưới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dạng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document (JSON).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NoSQL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linh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phù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phi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177817-81FF-C554-0A23-3103AA97F05F}"/>
              </a:ext>
            </a:extLst>
          </p:cNvPr>
          <p:cNvSpPr/>
          <p:nvPr/>
        </p:nvSpPr>
        <p:spPr>
          <a:xfrm>
            <a:off x="4648186" y="1009910"/>
            <a:ext cx="3884246" cy="3619463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387010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5"/>
          <p:cNvSpPr txBox="1">
            <a:spLocks noGrp="1"/>
          </p:cNvSpPr>
          <p:nvPr>
            <p:ph type="title"/>
          </p:nvPr>
        </p:nvSpPr>
        <p:spPr>
          <a:xfrm>
            <a:off x="6632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4/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(Embedded)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94FCB602-CBC2-5A2A-DBD6-2962A3B1D8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411" y="1160969"/>
            <a:ext cx="7829789" cy="3366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Embedded Document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lưu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trữ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viết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Tac_gia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object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chứa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viết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Danh_muc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mảng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viết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Media_dinh_kem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mảng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/video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đính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kèm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1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chụp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cấu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JSON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MongoDB Compass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>
          <a:extLst>
            <a:ext uri="{FF2B5EF4-FFF2-40B4-BE49-F238E27FC236}">
              <a16:creationId xmlns:a16="http://schemas.microsoft.com/office/drawing/2014/main" id="{2A19CA08-02A4-55E0-6131-7B41B3D92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4">
            <a:extLst>
              <a:ext uri="{FF2B5EF4-FFF2-40B4-BE49-F238E27FC236}">
                <a16:creationId xmlns:a16="http://schemas.microsoft.com/office/drawing/2014/main" id="{ECAC9D42-107F-9928-FB75-86F8687D6C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91918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5/ Các collection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9F6913-3D1A-10EF-0461-9C19FAC218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000" y="1149836"/>
            <a:ext cx="4868000" cy="3268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+mj-lt"/>
              </a:rPr>
              <a:t>- </a:t>
            </a:r>
            <a:r>
              <a:rPr lang="vi-VN" sz="2000" dirty="0">
                <a:latin typeface="+mj-lt"/>
              </a:rPr>
              <a:t>Hệ thống gồm 4 collection chính:</a:t>
            </a:r>
          </a:p>
          <a:p>
            <a:pPr>
              <a:lnSpc>
                <a:spcPct val="150000"/>
              </a:lnSpc>
            </a:pPr>
            <a:r>
              <a:rPr lang="en-US" sz="2000" dirty="0">
                <a:latin typeface="+mj-lt"/>
              </a:rPr>
              <a:t>+ </a:t>
            </a:r>
            <a:r>
              <a:rPr lang="vi-VN" sz="2000" dirty="0">
                <a:latin typeface="+mj-lt"/>
              </a:rPr>
              <a:t>BAIVIET – Lưu nội dung bài viết</a:t>
            </a:r>
            <a:r>
              <a:rPr lang="en-US" sz="2000" dirty="0">
                <a:latin typeface="+mj-lt"/>
              </a:rPr>
              <a:t>.</a:t>
            </a:r>
            <a:endParaRPr lang="vi-VN" sz="2000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latin typeface="+mj-lt"/>
              </a:rPr>
              <a:t>+ </a:t>
            </a:r>
            <a:r>
              <a:rPr lang="vi-VN" sz="2000" dirty="0">
                <a:latin typeface="+mj-lt"/>
              </a:rPr>
              <a:t>NGUOIDUNG – Quản lý người dùng</a:t>
            </a:r>
            <a:r>
              <a:rPr lang="en-US" sz="2000" dirty="0">
                <a:latin typeface="+mj-lt"/>
              </a:rPr>
              <a:t>.</a:t>
            </a:r>
            <a:endParaRPr lang="vi-VN" sz="2000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latin typeface="+mj-lt"/>
              </a:rPr>
              <a:t>+ </a:t>
            </a:r>
            <a:r>
              <a:rPr lang="vi-VN" sz="2000" dirty="0">
                <a:latin typeface="+mj-lt"/>
              </a:rPr>
              <a:t>DANHMUCBAIVIET –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Lưu d</a:t>
            </a:r>
            <a:r>
              <a:rPr lang="vi-VN" sz="2000" dirty="0">
                <a:latin typeface="+mj-lt"/>
              </a:rPr>
              <a:t>anh mục bài viết</a:t>
            </a:r>
            <a:r>
              <a:rPr lang="en-US" sz="2000" dirty="0">
                <a:latin typeface="+mj-lt"/>
              </a:rPr>
              <a:t>.</a:t>
            </a:r>
            <a:endParaRPr lang="vi-VN" sz="2000" dirty="0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latin typeface="+mj-lt"/>
              </a:rPr>
              <a:t>+ </a:t>
            </a:r>
            <a:r>
              <a:rPr lang="vi-VN" sz="2000" dirty="0">
                <a:latin typeface="+mj-lt"/>
              </a:rPr>
              <a:t>DAPHUONGTIEN – Quản lý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000" dirty="0">
                <a:latin typeface="+mj-lt"/>
              </a:rPr>
              <a:t>đa phương tiện</a:t>
            </a:r>
            <a:r>
              <a:rPr lang="en-US" sz="2000" dirty="0">
                <a:latin typeface="+mj-lt"/>
              </a:rPr>
              <a:t>.</a:t>
            </a:r>
            <a:endParaRPr lang="vi-VN" sz="2000" dirty="0">
              <a:latin typeface="+mj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21B31A-B65A-3EA8-6BF8-498B0B7E1BD7}"/>
              </a:ext>
            </a:extLst>
          </p:cNvPr>
          <p:cNvSpPr/>
          <p:nvPr/>
        </p:nvSpPr>
        <p:spPr>
          <a:xfrm>
            <a:off x="5713045" y="1293305"/>
            <a:ext cx="2844800" cy="2981714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737999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6"/>
          <p:cNvSpPr txBox="1">
            <a:spLocks noGrp="1"/>
          </p:cNvSpPr>
          <p:nvPr>
            <p:ph type="title"/>
          </p:nvPr>
        </p:nvSpPr>
        <p:spPr>
          <a:xfrm>
            <a:off x="944074" y="773723"/>
            <a:ext cx="7661372" cy="570524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6/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Tác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1–1)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EE391BB-4839-9083-6FEE-8540A8BDD3E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100382" y="1679395"/>
            <a:ext cx="549580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db.BAIVIET.find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{ "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Tac_gia.Ho_ten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": "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Trần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Văn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Thao" },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{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Tieu_de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1,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Ngay_tao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1, _id: 0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)</a:t>
            </a:r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336;p37">
            <a:extLst>
              <a:ext uri="{FF2B5EF4-FFF2-40B4-BE49-F238E27FC236}">
                <a16:creationId xmlns:a16="http://schemas.microsoft.com/office/drawing/2014/main" id="{49A8E684-B944-1987-4646-8EDF273755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04119" y="570070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câu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F82584-BDFF-4703-0E76-E06C2F0580DE}"/>
              </a:ext>
            </a:extLst>
          </p:cNvPr>
          <p:cNvSpPr txBox="1"/>
          <p:nvPr/>
        </p:nvSpPr>
        <p:spPr>
          <a:xfrm>
            <a:off x="974457" y="1464217"/>
            <a:ext cx="278474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Symbol" panose="05050102010706020507" pitchFamily="18" charset="2"/>
              <a:buChar char="Þ"/>
            </a:pPr>
            <a:r>
              <a:rPr lang="vi-VN" sz="2000" dirty="0">
                <a:latin typeface="+mj-lt"/>
                <a:cs typeface="Times New Roman" panose="02020603050405020304" pitchFamily="18" charset="0"/>
              </a:rPr>
              <a:t>Nhận xét: </a:t>
            </a:r>
            <a:endParaRPr lang="en-US" sz="2000" dirty="0">
              <a:latin typeface="+mj-lt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+mj-lt"/>
              </a:rPr>
              <a:t>+ </a:t>
            </a:r>
            <a:r>
              <a:rPr lang="vi-VN" sz="2000" dirty="0">
                <a:latin typeface="+mj-lt"/>
              </a:rPr>
              <a:t>Tac_gia được nhúng trực tiếp trong BAIVIET</a:t>
            </a:r>
          </a:p>
          <a:p>
            <a:r>
              <a:rPr lang="en-US" sz="2000" dirty="0">
                <a:latin typeface="+mj-lt"/>
              </a:rPr>
              <a:t>+ </a:t>
            </a:r>
            <a:r>
              <a:rPr lang="vi-VN" sz="2000" dirty="0">
                <a:latin typeface="+mj-lt"/>
              </a:rPr>
              <a:t>Quan hệ 1 người dùng – nhiều bài viết (1–N)</a:t>
            </a:r>
          </a:p>
          <a:p>
            <a:r>
              <a:rPr lang="en-US" sz="2000" dirty="0">
                <a:latin typeface="+mj-lt"/>
              </a:rPr>
              <a:t>+ </a:t>
            </a:r>
            <a:r>
              <a:rPr lang="vi-VN" sz="2000" dirty="0">
                <a:latin typeface="+mj-lt"/>
              </a:rPr>
              <a:t>Không </a:t>
            </a:r>
            <a:r>
              <a:rPr lang="en-US" sz="2000" dirty="0" err="1">
                <a:latin typeface="+mj-lt"/>
              </a:rPr>
              <a:t>dùng</a:t>
            </a:r>
            <a:r>
              <a:rPr lang="en-US" sz="2000" dirty="0">
                <a:latin typeface="+mj-lt"/>
              </a:rPr>
              <a:t> </a:t>
            </a:r>
            <a:r>
              <a:rPr lang="vi-VN" sz="2000" dirty="0">
                <a:latin typeface="+mj-lt"/>
              </a:rPr>
              <a:t>J</a:t>
            </a:r>
            <a:r>
              <a:rPr lang="en-US" sz="2000" dirty="0" err="1">
                <a:latin typeface="+mj-lt"/>
              </a:rPr>
              <a:t>oin</a:t>
            </a:r>
            <a:r>
              <a:rPr lang="vi-VN" sz="2000" dirty="0">
                <a:latin typeface="+mj-lt"/>
              </a:rPr>
              <a:t>, không lookup</a:t>
            </a:r>
          </a:p>
          <a:p>
            <a:endParaRPr lang="en-US" sz="20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0C123D-FD2B-2723-1D9F-3C16E65996BE}"/>
              </a:ext>
            </a:extLst>
          </p:cNvPr>
          <p:cNvSpPr/>
          <p:nvPr/>
        </p:nvSpPr>
        <p:spPr>
          <a:xfrm>
            <a:off x="3931138" y="1614365"/>
            <a:ext cx="4152436" cy="2254250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344602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E3DB56-28C0-58CB-7A20-92D170A4A315}"/>
              </a:ext>
            </a:extLst>
          </p:cNvPr>
          <p:cNvSpPr txBox="1"/>
          <p:nvPr/>
        </p:nvSpPr>
        <p:spPr>
          <a:xfrm>
            <a:off x="1077567" y="787270"/>
            <a:ext cx="68677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7/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DANH MỤC (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1–N)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4FE1D2-1690-8AD6-BB76-A531A2BF3BCB}"/>
              </a:ext>
            </a:extLst>
          </p:cNvPr>
          <p:cNvSpPr txBox="1"/>
          <p:nvPr/>
        </p:nvSpPr>
        <p:spPr>
          <a:xfrm>
            <a:off x="1077567" y="1659701"/>
            <a:ext cx="7004496" cy="2345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sau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db.BAIVIET.find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</a:p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"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Danh_muc.Ten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": "Công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 },</a:t>
            </a:r>
          </a:p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Tieu_de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1, "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Tac_gia.Ho_ten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": 1, _id: 0 }</a:t>
            </a:r>
          </a:p>
          <a:p>
            <a:pPr>
              <a:lnSpc>
                <a:spcPct val="150000"/>
              </a:lnSpc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12158-A6CA-DCB4-3043-414C38CE7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C5DE08-9BCE-2657-17C5-3BDAFBB173A5}"/>
              </a:ext>
            </a:extLst>
          </p:cNvPr>
          <p:cNvSpPr txBox="1"/>
          <p:nvPr/>
        </p:nvSpPr>
        <p:spPr>
          <a:xfrm>
            <a:off x="1260187" y="658775"/>
            <a:ext cx="3821724" cy="498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ảnh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câu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alt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251D91-7928-DCD4-A5C6-E5C4B367720B}"/>
              </a:ext>
            </a:extLst>
          </p:cNvPr>
          <p:cNvSpPr txBox="1"/>
          <p:nvPr/>
        </p:nvSpPr>
        <p:spPr>
          <a:xfrm>
            <a:off x="1260187" y="3202684"/>
            <a:ext cx="50468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Danh_muc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mảng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mảng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embedded.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18458E-7B38-F0DE-CBBF-EC4B55F37A18}"/>
              </a:ext>
            </a:extLst>
          </p:cNvPr>
          <p:cNvSpPr/>
          <p:nvPr/>
        </p:nvSpPr>
        <p:spPr>
          <a:xfrm>
            <a:off x="1260187" y="1218705"/>
            <a:ext cx="4540738" cy="1788099"/>
          </a:xfrm>
          <a:prstGeom prst="rect">
            <a:avLst/>
          </a:prstGeo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24742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>
          <a:extLst>
            <a:ext uri="{FF2B5EF4-FFF2-40B4-BE49-F238E27FC236}">
              <a16:creationId xmlns:a16="http://schemas.microsoft.com/office/drawing/2014/main" id="{36D19333-A6A7-762C-F3DF-A443FC37A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5">
            <a:extLst>
              <a:ext uri="{FF2B5EF4-FFF2-40B4-BE49-F238E27FC236}">
                <a16:creationId xmlns:a16="http://schemas.microsoft.com/office/drawing/2014/main" id="{3FA4E63F-FEAD-D189-38CE-E8DEE126AB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632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8/ 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nhược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vi-V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Subtitle 24">
            <a:extLst>
              <a:ext uri="{FF2B5EF4-FFF2-40B4-BE49-F238E27FC236}">
                <a16:creationId xmlns:a16="http://schemas.microsoft.com/office/drawing/2014/main" id="{6F71E163-9B2B-D1CC-5A67-52A07BB8166B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663200" y="1017725"/>
            <a:ext cx="3428984" cy="3338239"/>
          </a:xfrm>
        </p:spPr>
        <p:txBody>
          <a:bodyPr/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Join.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Phù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hiểu</a:t>
            </a: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CECF5069-D961-1CA8-4052-0E88AC3A9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932591"/>
            <a:ext cx="4103077" cy="37303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Nhược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lặp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bài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viết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giống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nhau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Khi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kích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thước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document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thể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nhật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quán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92737C5-3A7D-ACF1-8F0A-B851673AF74D}"/>
              </a:ext>
            </a:extLst>
          </p:cNvPr>
          <p:cNvCxnSpPr>
            <a:cxnSpLocks/>
          </p:cNvCxnSpPr>
          <p:nvPr/>
        </p:nvCxnSpPr>
        <p:spPr>
          <a:xfrm>
            <a:off x="4201599" y="1084832"/>
            <a:ext cx="0" cy="358845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2664612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78CA430-69B8-79F9-799E-D1232F60411A}"/>
              </a:ext>
            </a:extLst>
          </p:cNvPr>
          <p:cNvSpPr txBox="1"/>
          <p:nvPr/>
        </p:nvSpPr>
        <p:spPr>
          <a:xfrm>
            <a:off x="937846" y="679939"/>
            <a:ext cx="72683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9/ 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Xử lý sự cố &amp;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ối ưu hóa dữ liệu</a:t>
            </a:r>
          </a:p>
        </p:txBody>
      </p:sp>
      <p:sp>
        <p:nvSpPr>
          <p:cNvPr id="12" name="Google Shape;381;p39">
            <a:extLst>
              <a:ext uri="{FF2B5EF4-FFF2-40B4-BE49-F238E27FC236}">
                <a16:creationId xmlns:a16="http://schemas.microsoft.com/office/drawing/2014/main" id="{D424F721-0440-E08D-579C-FC06115CCFA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93286" y="1282700"/>
            <a:ext cx="4696315" cy="31808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Vấn đề: Hiện tượng trùng lặp dữ liệu trong quá trình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thêm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l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l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deleteOne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bỏ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ghi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thừa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l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collection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lặp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l">
              <a:buFontTx/>
              <a:buChar char="-"/>
            </a:pP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D91625-2054-E8E5-B37A-0593A9C192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181" y="1473483"/>
            <a:ext cx="2196533" cy="219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77377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6E2A7B-B476-936C-D241-017007A32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37846" y="693242"/>
            <a:ext cx="3032186" cy="531900"/>
          </a:xfrm>
        </p:spPr>
        <p:txBody>
          <a:bodyPr/>
          <a:lstStyle/>
          <a:p>
            <a:pPr algn="l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10/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luận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A04904-92FA-529C-86B0-904AD6EE8C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546"/>
          <a:stretch>
            <a:fillRect/>
          </a:stretch>
        </p:blipFill>
        <p:spPr>
          <a:xfrm>
            <a:off x="5713045" y="1274013"/>
            <a:ext cx="2578893" cy="2595474"/>
          </a:xfrm>
          <a:prstGeom prst="rect">
            <a:avLst/>
          </a:prstGeom>
        </p:spPr>
      </p:pic>
      <p:sp>
        <p:nvSpPr>
          <p:cNvPr id="8" name="Rectangle 3">
            <a:extLst>
              <a:ext uri="{FF2B5EF4-FFF2-40B4-BE49-F238E27FC236}">
                <a16:creationId xmlns:a16="http://schemas.microsoft.com/office/drawing/2014/main" id="{E43546F0-CBD1-817D-FAF2-76DFB9A670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0481" y="1399089"/>
            <a:ext cx="4598533" cy="2345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alt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hiết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cài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CSDL NoSQL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tức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/blog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MongoDB.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Áp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nhúng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tổ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rõ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ràng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vấn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8434436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Elegant Black &amp; White Thesis Defense by Slidesgo">
  <a:themeElements>
    <a:clrScheme name="Simple Light">
      <a:dk1>
        <a:srgbClr val="333333"/>
      </a:dk1>
      <a:lt1>
        <a:srgbClr val="FDFDFD"/>
      </a:lt1>
      <a:dk2>
        <a:srgbClr val="E8E7E7"/>
      </a:dk2>
      <a:lt2>
        <a:srgbClr val="B2B2B2"/>
      </a:lt2>
      <a:accent1>
        <a:srgbClr val="77777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</TotalTime>
  <Words>768</Words>
  <Application>Microsoft Office PowerPoint</Application>
  <PresentationFormat>On-screen Show (16:9)</PresentationFormat>
  <Paragraphs>66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Hanken Grotesk</vt:lpstr>
      <vt:lpstr>Symbol</vt:lpstr>
      <vt:lpstr>Figtree Black</vt:lpstr>
      <vt:lpstr>Times New Roman</vt:lpstr>
      <vt:lpstr>Elegant Black &amp; White Thesis Defense by Slidesgo</vt:lpstr>
      <vt:lpstr>THIẾT KẾ VÀ CÀI ĐẶT CSDL NOSQL CHO HỆ THỐNG QUẢN LÝ NỘI DUNG ĐA PHƯƠNG TIỆN TRANG TIN TỨC/BLOG</vt:lpstr>
      <vt:lpstr>1/ Lý do chọn đề tài</vt:lpstr>
      <vt:lpstr>2/ Mục tiêu</vt:lpstr>
      <vt:lpstr>3/ Tổng quan NoSQL &amp; MongoDB</vt:lpstr>
      <vt:lpstr>4/ Thiết kế mô hình dữ liệu nhúng (Embedded)</vt:lpstr>
      <vt:lpstr>5/ Các collection trong hệ thống</vt:lpstr>
      <vt:lpstr>6/ Truy vấn theo Tác giả (nhúng 1–1)</vt:lpstr>
      <vt:lpstr>- Hình ảnh sau khi thực hiện câu lệnh:</vt:lpstr>
      <vt:lpstr>PowerPoint Presentation</vt:lpstr>
      <vt:lpstr>PowerPoint Presentation</vt:lpstr>
      <vt:lpstr>8/ Ưu và nhược điểm mô hình nhúng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Nguyen Tan</cp:lastModifiedBy>
  <cp:revision>157</cp:revision>
  <cp:lastPrinted>2026-01-08T13:38:37Z</cp:lastPrinted>
  <dcterms:modified xsi:type="dcterms:W3CDTF">2026-01-08T13:42:42Z</dcterms:modified>
</cp:coreProperties>
</file>